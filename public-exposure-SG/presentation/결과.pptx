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4"/>
  </p:normalViewPr>
  <p:slideViewPr>
    <p:cSldViewPr snapToGrid="0">
      <p:cViewPr varScale="1">
        <p:scale>
          <a:sx n="85" d="100"/>
          <a:sy n="85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6F579-F0CB-4245-4448-77665C591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E8B59D-72C8-F76C-4E52-4529AF607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FE1E75-E761-3FAD-7CB1-EFD415EA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B5748E-8793-1D27-042E-7D5227FA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E625D1-9138-CBC3-5701-1FB3EEB3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843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A5544-A783-BDB3-9FD9-7F0F6F020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D61968-3F3F-019B-F180-E43FA09D8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19674-97BD-E5B3-6EBD-FC65C79F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FE6B0F-C90F-C504-6281-02AE93CD7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A30B6-4413-7040-4BBE-6C270A83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173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45F04-EB0E-783C-E78A-F132921E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1EF249-809F-17DF-13E6-ADFA797C5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1385D-9B1F-3B4E-D25E-C260AD8E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D4117-E51B-88D5-2358-2F3BF96E5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8BAD1-BE9C-3019-5D35-EE74CE7A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42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D0C79-63C6-6CB8-071D-9940B069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B59685-B974-F782-FDC7-129A74DD8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F7FA56-2A54-79CF-01D4-15535812A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56828B-14DB-BB1B-CB72-A03F57E9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29EF7B-0CD2-0816-F238-2EE4B9B7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F4033-5ADC-4263-2C3E-8661F93D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414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55507-3CDF-CEF6-AAD9-A068A548B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0901F0-6A43-5D63-927A-6305198B6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83C4A6-36C6-29F1-C227-E7B0514D4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274A0F-379A-70B7-59D6-7A58C6835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C3F3B3-77F7-6A23-AE48-85410E031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B61D74-6810-3E89-8247-34262C5D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980712-E904-0775-C11F-3F6E9422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69A245-A19F-397E-1CE7-632BF31A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837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6DB2E-B772-8BD7-70C1-68F79915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C2797A-389B-40D8-55AF-38C638824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661E7-909D-FCFF-ECC9-49F64EA7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567F33-732C-EE93-C31B-5116B484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7364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80F1EA3-C750-8959-8BA1-4ED547C49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18B8E3-A652-CBB4-AEC7-8B40FE21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3906B-5306-25E8-2662-41C6AAB1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8505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C26F6-6B29-0751-549F-D157C6F3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F3C95B-0733-D420-68A7-3767C375B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D8190C-08B5-D175-89D0-A54091150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A59493-4B31-3166-0B1B-CAA08807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BF13F-BC2D-5324-42F1-71A8C92D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8A9AB-24A6-BB68-72EC-D8227B3E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999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153DE-1CEB-4364-EECA-AEE21526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F007180-2106-53C3-9EFA-C8895EDD1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FB939F-9FBA-6C14-EFE5-A1776040B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2251A8-1FFE-F76E-A20F-9B47B423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1A9080-8F8E-A9B8-7684-F0139867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E1770-9DE6-C3E1-D311-1F033D7D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937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CD132-56FA-F5A4-BEBD-D944B970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993D84-C0BB-A55D-4065-E27796B08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09B1A-08FA-D986-6144-DD5A46A9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59416C-1ECF-A215-4AB5-64788712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6C15A2-BDC3-82B4-1804-CDA955DF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8210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8DD7BB-CA45-2817-FCED-F5C70AD42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A8AF3D-F776-A46F-0061-D8808E1E8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8B031D-0EBC-7AD6-E3C5-64894761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2A83EB-822D-93B6-3B80-11D0DDA03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57B4A7-8D3E-7E7A-B411-F9E4208C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441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9E4C2B-A3B4-F837-DE5A-14E8B9E3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780857-F9D7-FDD4-D85B-A4D028CB6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235F40-8592-DDA9-E1FD-CAA147898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4D9EF-FC94-324A-A3E5-4A23D6B8E09D}" type="datetimeFigureOut">
              <a:rPr kumimoji="1" lang="ko-KR" altLang="en-US" smtClean="0"/>
              <a:t>2026. 1. 28.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4083C8-F6DD-36E9-492C-407B5D4B7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DCA257-4198-CF8D-D3BD-AC3AD9CB9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F8C34-019A-1944-BD86-67F90FF1357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665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0A5E7-D9B1-B985-4F91-724D787D5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" altLang="ko-KR" b="1" dirty="0"/>
              <a:t>Cloud Security Auto-Remediation Architecture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458B64-EE4C-5F34-F4D1-97E093AEC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631" y="3007895"/>
            <a:ext cx="11670631" cy="3104147"/>
          </a:xfrm>
        </p:spPr>
        <p:txBody>
          <a:bodyPr>
            <a:normAutofit/>
          </a:bodyPr>
          <a:lstStyle/>
          <a:p>
            <a:r>
              <a:rPr lang="en" altLang="ko-KR" b="1" dirty="0"/>
              <a:t>Subtitle</a:t>
            </a:r>
            <a:r>
              <a:rPr lang="en" altLang="ko-KR" dirty="0"/>
              <a:t>: Event-driven security automation system to detect and automatically remediate insecure cloud configurations in real time</a:t>
            </a:r>
            <a:br>
              <a:rPr lang="en" altLang="ko-KR" dirty="0"/>
            </a:br>
            <a:br>
              <a:rPr lang="en" altLang="ko-KR" dirty="0"/>
            </a:br>
            <a:r>
              <a:rPr lang="en" altLang="ko-KR" b="1" dirty="0"/>
              <a:t>Tech</a:t>
            </a:r>
            <a:r>
              <a:rPr lang="ko-KR" altLang="en-US" b="1" dirty="0"/>
              <a:t> </a:t>
            </a:r>
            <a:r>
              <a:rPr lang="en-US" altLang="ko-KR" b="1" dirty="0"/>
              <a:t>stack</a:t>
            </a:r>
            <a:r>
              <a:rPr lang="en" altLang="ko-KR" dirty="0"/>
              <a:t>: Terraform · GitHub Actions · AWS CloudTrail · </a:t>
            </a:r>
            <a:r>
              <a:rPr lang="en" altLang="ko-KR" dirty="0" err="1"/>
              <a:t>EventBridge</a:t>
            </a:r>
            <a:r>
              <a:rPr lang="en" altLang="ko-KR" dirty="0"/>
              <a:t> · Lambda</a:t>
            </a:r>
          </a:p>
          <a:p>
            <a:r>
              <a:rPr lang="en" altLang="ko-KR" b="1" dirty="0"/>
              <a:t>Name</a:t>
            </a:r>
            <a:r>
              <a:rPr lang="en" altLang="ko-KR" dirty="0"/>
              <a:t>: </a:t>
            </a:r>
            <a:r>
              <a:rPr lang="en" altLang="ko-KR" dirty="0" err="1"/>
              <a:t>SeokHyun</a:t>
            </a:r>
            <a:r>
              <a:rPr lang="en" altLang="ko-KR" dirty="0"/>
              <a:t> Yoo</a:t>
            </a:r>
          </a:p>
          <a:p>
            <a:r>
              <a:rPr lang="en" altLang="ko-KR" b="1" dirty="0"/>
              <a:t>Role</a:t>
            </a:r>
            <a:r>
              <a:rPr lang="en" altLang="ko-KR" dirty="0"/>
              <a:t>: Security Automation / Cloud Security</a:t>
            </a:r>
          </a:p>
          <a:p>
            <a:r>
              <a:rPr lang="en" altLang="ko-KR" b="1" dirty="0"/>
              <a:t>Keywords</a:t>
            </a:r>
            <a:r>
              <a:rPr lang="en" altLang="ko-KR" dirty="0"/>
              <a:t>: CI/CD, </a:t>
            </a:r>
            <a:r>
              <a:rPr lang="en" altLang="ko-KR" dirty="0" err="1"/>
              <a:t>IaC</a:t>
            </a:r>
            <a:r>
              <a:rPr lang="en" altLang="ko-KR" dirty="0"/>
              <a:t>, Event-driven Security Automation</a:t>
            </a:r>
          </a:p>
          <a:p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262779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25E2A-9460-5D80-346A-CAA056BA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altLang="ko-KR" b="1" dirty="0"/>
              <a:t>Problem Definition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F4C2FB-3A82-EE06-AB0D-0EC73C25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현실 문제</a:t>
            </a:r>
          </a:p>
          <a:p>
            <a:r>
              <a:rPr lang="ko-KR" altLang="en-US" dirty="0"/>
              <a:t>클라우드 환경에서 </a:t>
            </a:r>
            <a:r>
              <a:rPr lang="en" altLang="ko-KR" b="1" dirty="0"/>
              <a:t>Security Group 0.0.0.0/0 SSH </a:t>
            </a:r>
            <a:r>
              <a:rPr lang="ko-KR" altLang="en-US" b="1" dirty="0"/>
              <a:t>오픈</a:t>
            </a:r>
            <a:r>
              <a:rPr lang="ko-KR" altLang="en-US" dirty="0"/>
              <a:t>은</a:t>
            </a:r>
          </a:p>
          <a:p>
            <a:r>
              <a:rPr lang="ko-KR" altLang="en-US" dirty="0"/>
              <a:t>침해사고의 </a:t>
            </a:r>
            <a:r>
              <a:rPr lang="ko-KR" altLang="en-US" b="1" dirty="0"/>
              <a:t>가장 빈번한 초기 침투 벡터</a:t>
            </a:r>
            <a:endParaRPr lang="en-US" altLang="ko-KR" b="1" dirty="0"/>
          </a:p>
          <a:p>
            <a:pPr marL="0" indent="0">
              <a:buNone/>
            </a:pPr>
            <a:endParaRPr lang="ko-KR" altLang="en-US" dirty="0"/>
          </a:p>
          <a:p>
            <a:r>
              <a:rPr lang="ko-KR" altLang="en-US" dirty="0"/>
              <a:t>운영 환경에서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수동 탐지 → 지연</a:t>
            </a:r>
          </a:p>
          <a:p>
            <a:r>
              <a:rPr lang="ko-KR" altLang="en-US" dirty="0"/>
              <a:t>수동 대응 → 휴먼 에러</a:t>
            </a:r>
          </a:p>
          <a:p>
            <a:r>
              <a:rPr lang="ko-KR" altLang="en-US" dirty="0"/>
              <a:t>야간</a:t>
            </a:r>
            <a:r>
              <a:rPr lang="en-US" altLang="ko-KR" dirty="0"/>
              <a:t>/</a:t>
            </a:r>
            <a:r>
              <a:rPr lang="ko-KR" altLang="en-US" dirty="0" err="1"/>
              <a:t>비근무</a:t>
            </a:r>
            <a:r>
              <a:rPr lang="ko-KR" altLang="en-US" dirty="0"/>
              <a:t> 시간 → 대응 공백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1541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0E06F-539F-536A-FAE2-42B96D46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altLang="ko-KR" b="1" dirty="0"/>
              <a:t>High-Level Architecture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C1EC1A-807D-00D0-0104-EFA832CB9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15" y="1469036"/>
            <a:ext cx="9653665" cy="49762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1250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16305-31D5-D80D-ECB9-E20B01B8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dirty="0"/>
              <a:t>Terraform Apply, CI/CD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200C3A-BB81-5E8E-D8D7-7DBA1323A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3484" cy="592722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kumimoji="1" lang="en-US" altLang="ko-KR" dirty="0"/>
              <a:t>Terraform Code</a:t>
            </a:r>
          </a:p>
          <a:p>
            <a:pPr marL="0" indent="0">
              <a:buNone/>
            </a:pP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50D81F-530C-CEE2-11A3-0576AD40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09" y="2508704"/>
            <a:ext cx="3860795" cy="39841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FB505EC-E5E9-0C07-3BEA-528D85729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501" y="2508704"/>
            <a:ext cx="3860795" cy="3984171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27F9E6E-4DC3-5C34-0199-C1BFCD44AC95}"/>
              </a:ext>
            </a:extLst>
          </p:cNvPr>
          <p:cNvSpPr txBox="1">
            <a:spLocks/>
          </p:cNvSpPr>
          <p:nvPr/>
        </p:nvSpPr>
        <p:spPr>
          <a:xfrm>
            <a:off x="4879189" y="1860318"/>
            <a:ext cx="3613484" cy="5927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/>
              <a:t>2. Approval-based CD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5690BD0-F962-1C22-87BC-C93C490E1A0E}"/>
              </a:ext>
            </a:extLst>
          </p:cNvPr>
          <p:cNvSpPr txBox="1">
            <a:spLocks/>
          </p:cNvSpPr>
          <p:nvPr/>
        </p:nvSpPr>
        <p:spPr>
          <a:xfrm>
            <a:off x="8832899" y="1860318"/>
            <a:ext cx="3613484" cy="59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Resource deploy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DA9486-5897-E589-D0AF-BE0F7EABF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463" y="2508703"/>
            <a:ext cx="3136232" cy="398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8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B58B0-A3E8-6E80-FE9C-A87FB1E1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dirty="0"/>
              <a:t>AWS Console Resource check</a:t>
            </a:r>
            <a:endParaRPr kumimoji="1"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F13FDB6-0C8E-939F-0964-124582A69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589" y="2093495"/>
            <a:ext cx="5550569" cy="43993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16FFB61-D5BC-26FA-9A96-D0318340C7F2}"/>
              </a:ext>
            </a:extLst>
          </p:cNvPr>
          <p:cNvSpPr txBox="1">
            <a:spLocks/>
          </p:cNvSpPr>
          <p:nvPr/>
        </p:nvSpPr>
        <p:spPr>
          <a:xfrm>
            <a:off x="573506" y="1690688"/>
            <a:ext cx="4924926" cy="5927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dirty="0"/>
              <a:t>1. SG </a:t>
            </a:r>
            <a:r>
              <a:rPr kumimoji="1" lang="en-US" altLang="ko-KR" dirty="0" err="1"/>
              <a:t>opend</a:t>
            </a:r>
            <a:r>
              <a:rPr kumimoji="1" lang="en-US" altLang="ko-KR" dirty="0"/>
              <a:t> to any public ssh port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FA2838-417E-0AC2-28E4-0B39CD7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075" y="2093495"/>
            <a:ext cx="5883442" cy="43993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BF70C97-7EF2-7C69-B5A2-1663167CAAE3}"/>
              </a:ext>
            </a:extLst>
          </p:cNvPr>
          <p:cNvSpPr txBox="1">
            <a:spLocks/>
          </p:cNvSpPr>
          <p:nvPr/>
        </p:nvSpPr>
        <p:spPr>
          <a:xfrm>
            <a:off x="6240379" y="1595731"/>
            <a:ext cx="4924926" cy="59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dirty="0"/>
              <a:t>2. EC2 setting public IP</a:t>
            </a:r>
          </a:p>
        </p:txBody>
      </p:sp>
    </p:spTree>
    <p:extLst>
      <p:ext uri="{BB962C8B-B14F-4D97-AF65-F5344CB8AC3E}">
        <p14:creationId xmlns:p14="http://schemas.microsoft.com/office/powerpoint/2010/main" val="98623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DCA87-62A6-7838-DA4D-CE08E773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8677B-7BBF-489B-7F56-484563E6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dirty="0"/>
              <a:t>Lamda, Event bridge setting</a:t>
            </a:r>
            <a:endParaRPr kumimoji="1"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0845C66-A3F5-0440-DD46-8582C4230A00}"/>
              </a:ext>
            </a:extLst>
          </p:cNvPr>
          <p:cNvSpPr txBox="1">
            <a:spLocks/>
          </p:cNvSpPr>
          <p:nvPr/>
        </p:nvSpPr>
        <p:spPr>
          <a:xfrm>
            <a:off x="573506" y="1690688"/>
            <a:ext cx="4924926" cy="59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dirty="0"/>
              <a:t>1. Detecting Lamda setting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ED7A51F-515D-3AA1-B070-03F3C9982752}"/>
              </a:ext>
            </a:extLst>
          </p:cNvPr>
          <p:cNvSpPr txBox="1">
            <a:spLocks/>
          </p:cNvSpPr>
          <p:nvPr/>
        </p:nvSpPr>
        <p:spPr>
          <a:xfrm>
            <a:off x="6240379" y="1595731"/>
            <a:ext cx="4924926" cy="59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dirty="0"/>
              <a:t>2. Event bridge setting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CE3D02-DF71-AB68-17C5-A4A3BD204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89" y="2283410"/>
            <a:ext cx="4924926" cy="3986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D3CA7F-D5A7-6691-5914-0D62AE941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39" y="2283410"/>
            <a:ext cx="6252606" cy="4282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0556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D5FE-3661-5541-8440-F1EF094B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11D67-DC3A-464B-86FC-36CED369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dirty="0"/>
              <a:t>Send alert info to discord</a:t>
            </a:r>
            <a:endParaRPr kumimoji="1"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82E6949-740A-6C79-F951-1BE4E0415CDC}"/>
              </a:ext>
            </a:extLst>
          </p:cNvPr>
          <p:cNvSpPr txBox="1">
            <a:spLocks/>
          </p:cNvSpPr>
          <p:nvPr/>
        </p:nvSpPr>
        <p:spPr>
          <a:xfrm>
            <a:off x="573506" y="1690688"/>
            <a:ext cx="4924926" cy="59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dirty="0"/>
              <a:t>1. Notifier </a:t>
            </a:r>
            <a:r>
              <a:rPr kumimoji="1" lang="en-US" altLang="ko-KR" dirty="0" err="1"/>
              <a:t>lamda</a:t>
            </a:r>
            <a:r>
              <a:rPr kumimoji="1" lang="en-US" altLang="ko-KR" dirty="0"/>
              <a:t> setting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D49B105-BFCD-715D-6A08-C3E5E39D9B07}"/>
              </a:ext>
            </a:extLst>
          </p:cNvPr>
          <p:cNvSpPr txBox="1">
            <a:spLocks/>
          </p:cNvSpPr>
          <p:nvPr/>
        </p:nvSpPr>
        <p:spPr>
          <a:xfrm>
            <a:off x="6240379" y="1595731"/>
            <a:ext cx="4924926" cy="59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ko-KR" dirty="0"/>
              <a:t>2. Send alert to discord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678B2D-81DB-CAE4-1A98-6759FE224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8" y="2283410"/>
            <a:ext cx="5297314" cy="38053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CAF4D7-410B-8545-0E02-EE210B5ED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77594"/>
            <a:ext cx="5416446" cy="43152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438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E0CBB-23BD-E565-DA24-B9014E4C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DE84E-AC2F-FC05-ED6A-A5E6028EF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17" y="365125"/>
            <a:ext cx="11820993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ko-KR" sz="3600" dirty="0"/>
              <a:t>Automated Remediation (Security Group Hardening)</a:t>
            </a:r>
            <a:endParaRPr kumimoji="1" lang="ko-KR" altLang="en-US" sz="36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BEE52CF-2533-9035-DCE9-878DA7B37041}"/>
              </a:ext>
            </a:extLst>
          </p:cNvPr>
          <p:cNvSpPr txBox="1">
            <a:spLocks/>
          </p:cNvSpPr>
          <p:nvPr/>
        </p:nvSpPr>
        <p:spPr>
          <a:xfrm>
            <a:off x="573505" y="1690688"/>
            <a:ext cx="5378115" cy="5927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dirty="0"/>
              <a:t>1. Remediation Lambda Configuration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3BF70FE-14B9-64AE-C978-7132F73D99A8}"/>
              </a:ext>
            </a:extLst>
          </p:cNvPr>
          <p:cNvSpPr txBox="1">
            <a:spLocks/>
          </p:cNvSpPr>
          <p:nvPr/>
        </p:nvSpPr>
        <p:spPr>
          <a:xfrm>
            <a:off x="6096000" y="1655691"/>
            <a:ext cx="5894883" cy="59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ko-KR" sz="2000" dirty="0"/>
              <a:t>2. Analyst-Driven Remediation Decision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5F3442-D5B7-55D2-7984-70ED853D0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10" y="2283410"/>
            <a:ext cx="5585610" cy="43096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2BA35A-FB0B-EA85-6409-102B1E895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382" y="2454752"/>
            <a:ext cx="5585608" cy="43096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4537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4866</TotalTime>
  <Words>180</Words>
  <Application>Microsoft Macintosh PowerPoint</Application>
  <PresentationFormat>와이드스크린</PresentationFormat>
  <Paragraphs>31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Cloud Security Auto-Remediation Architecture</vt:lpstr>
      <vt:lpstr>Problem Definition</vt:lpstr>
      <vt:lpstr>High-Level Architecture</vt:lpstr>
      <vt:lpstr>Terraform Apply, CI/CD</vt:lpstr>
      <vt:lpstr>AWS Console Resource check</vt:lpstr>
      <vt:lpstr>Lamda, Event bridge setting</vt:lpstr>
      <vt:lpstr>Send alert info to discord</vt:lpstr>
      <vt:lpstr>Automated Remediation (Security Group Hardening)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Seokhyun Yoo</dc:creator>
  <cp:lastModifiedBy>Seokhyun Yoo</cp:lastModifiedBy>
  <cp:revision>4</cp:revision>
  <dcterms:created xsi:type="dcterms:W3CDTF">2026-01-24T10:25:00Z</dcterms:created>
  <dcterms:modified xsi:type="dcterms:W3CDTF">2026-01-31T11:17:45Z</dcterms:modified>
</cp:coreProperties>
</file>