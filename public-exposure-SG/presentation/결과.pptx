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4"/>
    <p:restoredTop sz="94684"/>
  </p:normalViewPr>
  <p:slideViewPr>
    <p:cSldViewPr snapToGrid="0">
      <p:cViewPr varScale="1">
        <p:scale>
          <a:sx n="106" d="100"/>
          <a:sy n="106" d="100"/>
        </p:scale>
        <p:origin x="69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F6F579-F0CB-4245-4448-77665C5916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AE8B59D-72C8-F76C-4E52-4529AF6075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6FE1E75-E761-3FAD-7CB1-EFD415EA5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54D9EF-FC94-324A-A3E5-4A23D6B8E09D}" type="datetimeFigureOut">
              <a:rPr kumimoji="1" lang="ko-KR" altLang="en-US" smtClean="0"/>
              <a:t>2026. 1. 24.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1B5748E-8793-1D27-042E-7D5227FA67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E625D1-9138-CBC3-5701-1FB3EEB34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F8C34-019A-1944-BD86-67F90FF1357C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484366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2A5544-A783-BDB3-9FD9-7F0F6F020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6D61968-3F3F-019B-F180-E43FA09D8E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0919674-97BD-E5B3-6EBD-FC65C79F8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54D9EF-FC94-324A-A3E5-4A23D6B8E09D}" type="datetimeFigureOut">
              <a:rPr kumimoji="1" lang="ko-KR" altLang="en-US" smtClean="0"/>
              <a:t>2026. 1. 24.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DFE6B0F-C90F-C504-6281-02AE93CD7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6A30B6-4413-7040-4BBE-6C270A8387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F8C34-019A-1944-BD86-67F90FF1357C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421735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C45F04-EB0E-783C-E78A-F132921EA1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B1EF249-809F-17DF-13E6-ADFA797C52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461385D-9B1F-3B4E-D25E-C260AD8E9D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54D9EF-FC94-324A-A3E5-4A23D6B8E09D}" type="datetimeFigureOut">
              <a:rPr kumimoji="1" lang="ko-KR" altLang="en-US" smtClean="0"/>
              <a:t>2026. 1. 24.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5D4117-E51B-88D5-2358-2F3BF96E5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ED8BAD1-BE9C-3019-5D35-EE74CE7AA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F8C34-019A-1944-BD86-67F90FF1357C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834215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ED0C79-63C6-6CB8-071D-9940B0690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4B59685-B974-F782-FDC7-129A74DD85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2F7FA56-2A54-79CF-01D4-15535812A9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56828B-14DB-BB1B-CB72-A03F57E9A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54D9EF-FC94-324A-A3E5-4A23D6B8E09D}" type="datetimeFigureOut">
              <a:rPr kumimoji="1" lang="ko-KR" altLang="en-US" smtClean="0"/>
              <a:t>2026. 1. 24.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B29EF7B-0CD2-0816-F238-2EE4B9B7A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91F4033-5ADC-4263-2C3E-8661F93D3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F8C34-019A-1944-BD86-67F90FF1357C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394146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055507-3CDF-CEF6-AAD9-A068A548B9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00901F0-6A43-5D63-927A-6305198B66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783C4A6-36C6-29F1-C227-E7B0514D4C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274A0F-379A-70B7-59D6-7A58C68351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3C3F3B3-77F7-6A23-AE48-85410E031B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4B61D74-6810-3E89-8247-34262C5DB8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54D9EF-FC94-324A-A3E5-4A23D6B8E09D}" type="datetimeFigureOut">
              <a:rPr kumimoji="1" lang="ko-KR" altLang="en-US" smtClean="0"/>
              <a:t>2026. 1. 24.</a:t>
            </a:fld>
            <a:endParaRPr kumimoji="1"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4980712-E904-0775-C11F-3F6E94229A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869A245-A19F-397E-1CE7-632BF31A9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F8C34-019A-1944-BD86-67F90FF1357C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1783749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F6DB2E-B772-8BD7-70C1-68F799155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4C2797A-389B-40D8-55AF-38C6388244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54D9EF-FC94-324A-A3E5-4A23D6B8E09D}" type="datetimeFigureOut">
              <a:rPr kumimoji="1" lang="ko-KR" altLang="en-US" smtClean="0"/>
              <a:t>2026. 1. 24.</a:t>
            </a:fld>
            <a:endParaRPr kumimoji="1"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EA661E7-909D-FCFF-ECC9-49F64EA70E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6567F33-732C-EE93-C31B-5116B4843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F8C34-019A-1944-BD86-67F90FF1357C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8873643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80F1EA3-C750-8959-8BA1-4ED547C49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54D9EF-FC94-324A-A3E5-4A23D6B8E09D}" type="datetimeFigureOut">
              <a:rPr kumimoji="1" lang="ko-KR" altLang="en-US" smtClean="0"/>
              <a:t>2026. 1. 24.</a:t>
            </a:fld>
            <a:endParaRPr kumimoji="1"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818B8E3-A652-CBB4-AEC7-8B40FE219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D3906B-5306-25E8-2662-41C6AAB1F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F8C34-019A-1944-BD86-67F90FF1357C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78505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BC26F6-6B29-0751-549F-D157C6F3B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F3C95B-0733-D420-68A7-3767C375B9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3D8190C-08B5-D175-89D0-A540911503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EA59493-4B31-3166-0B1B-CAA088075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54D9EF-FC94-324A-A3E5-4A23D6B8E09D}" type="datetimeFigureOut">
              <a:rPr kumimoji="1" lang="ko-KR" altLang="en-US" smtClean="0"/>
              <a:t>2026. 1. 24.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6BBF13F-BC2D-5324-42F1-71A8C92DB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EB8A9AB-24A6-BB68-72EC-D8227B3EA5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F8C34-019A-1944-BD86-67F90FF1357C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5199915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A153DE-1CEB-4364-EECA-AEE21526E6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F007180-2106-53C3-9EFA-C8895EDD16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CFB939F-9FBA-6C14-EFE5-A1776040B9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62251A8-1FFE-F76E-A20F-9B47B42323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54D9EF-FC94-324A-A3E5-4A23D6B8E09D}" type="datetimeFigureOut">
              <a:rPr kumimoji="1" lang="ko-KR" altLang="en-US" smtClean="0"/>
              <a:t>2026. 1. 24.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41A9080-8F8E-A9B8-7684-F013986727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48E1770-9DE6-C3E1-D311-1F033D7D9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F8C34-019A-1944-BD86-67F90FF1357C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5093756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5CD132-56FA-F5A4-BEBD-D944B9701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9993D84-C0BB-A55D-4065-E27796B08B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F609B1A-08FA-D986-6144-DD5A46A92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54D9EF-FC94-324A-A3E5-4A23D6B8E09D}" type="datetimeFigureOut">
              <a:rPr kumimoji="1" lang="ko-KR" altLang="en-US" smtClean="0"/>
              <a:t>2026. 1. 24.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C59416C-1ECF-A215-4AB5-64788712FD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36C15A2-BDC3-82B4-1804-CDA955DF0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F8C34-019A-1944-BD86-67F90FF1357C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398210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08DD7BB-CA45-2817-FCED-F5C70AD423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7A8AF3D-F776-A46F-0061-D8808E1E83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E8B031D-0EBC-7AD6-E3C5-64894761E4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54D9EF-FC94-324A-A3E5-4A23D6B8E09D}" type="datetimeFigureOut">
              <a:rPr kumimoji="1" lang="ko-KR" altLang="en-US" smtClean="0"/>
              <a:t>2026. 1. 24.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2A83EB-822D-93B6-3B80-11D0DDA037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57B4A7-8D3E-7E7A-B411-F9E4208C7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F8C34-019A-1944-BD86-67F90FF1357C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9344140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39E4C2B-A3B4-F837-DE5A-14E8B9E3D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F780857-F9D7-FDD4-D85B-A4D028CB6A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235F40-8592-DDA9-E1FD-CAA1478986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54D9EF-FC94-324A-A3E5-4A23D6B8E09D}" type="datetimeFigureOut">
              <a:rPr kumimoji="1" lang="ko-KR" altLang="en-US" smtClean="0"/>
              <a:t>2026. 1. 24.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A4083C8-F6DD-36E9-492C-407B5D4B7A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DCA257-4198-CF8D-D3BD-AC3AD9CB9F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93F8C34-019A-1944-BD86-67F90FF1357C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676652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A0A5E7-D9B1-B985-4F91-724D787D5A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06400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" altLang="ko-KR" b="1" dirty="0"/>
              <a:t>Cloud Security Auto-Remediation Architecture</a:t>
            </a:r>
            <a:endParaRPr kumimoji="1"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9458B64-EE4C-5F34-F4D1-97E093AECE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0631" y="3007895"/>
            <a:ext cx="11670631" cy="3104147"/>
          </a:xfrm>
        </p:spPr>
        <p:txBody>
          <a:bodyPr>
            <a:normAutofit/>
          </a:bodyPr>
          <a:lstStyle/>
          <a:p>
            <a:r>
              <a:rPr lang="en" altLang="ko-KR" b="1" dirty="0"/>
              <a:t>Subtitle</a:t>
            </a:r>
            <a:r>
              <a:rPr lang="en" altLang="ko-KR" dirty="0"/>
              <a:t>: Event-driven security automation system to detect and automatically remediate insecure cloud configurations in real time</a:t>
            </a:r>
            <a:br>
              <a:rPr lang="en" altLang="ko-KR" dirty="0"/>
            </a:br>
            <a:br>
              <a:rPr lang="en" altLang="ko-KR" dirty="0"/>
            </a:br>
            <a:r>
              <a:rPr lang="en" altLang="ko-KR" b="1" dirty="0"/>
              <a:t>Tech</a:t>
            </a:r>
            <a:r>
              <a:rPr lang="ko-KR" altLang="en-US" b="1" dirty="0"/>
              <a:t> </a:t>
            </a:r>
            <a:r>
              <a:rPr lang="en-US" altLang="ko-KR" b="1" dirty="0"/>
              <a:t>stack</a:t>
            </a:r>
            <a:r>
              <a:rPr lang="en" altLang="ko-KR" dirty="0"/>
              <a:t>: Terraform · GitHub Actions · AWS CloudTrail · </a:t>
            </a:r>
            <a:r>
              <a:rPr lang="en" altLang="ko-KR" dirty="0" err="1"/>
              <a:t>EventBridge</a:t>
            </a:r>
            <a:r>
              <a:rPr lang="en" altLang="ko-KR" dirty="0"/>
              <a:t> · Lambda</a:t>
            </a:r>
          </a:p>
          <a:p>
            <a:r>
              <a:rPr lang="en" altLang="ko-KR" b="1" dirty="0"/>
              <a:t>Name</a:t>
            </a:r>
            <a:r>
              <a:rPr lang="en" altLang="ko-KR" dirty="0"/>
              <a:t>: </a:t>
            </a:r>
            <a:r>
              <a:rPr lang="en" altLang="ko-KR" dirty="0" err="1"/>
              <a:t>SeokHyun</a:t>
            </a:r>
            <a:r>
              <a:rPr lang="en" altLang="ko-KR" dirty="0"/>
              <a:t> Yoo</a:t>
            </a:r>
          </a:p>
          <a:p>
            <a:r>
              <a:rPr lang="en" altLang="ko-KR" b="1" dirty="0"/>
              <a:t>Role</a:t>
            </a:r>
            <a:r>
              <a:rPr lang="en" altLang="ko-KR" dirty="0"/>
              <a:t>: Security Automation / Cloud Security</a:t>
            </a:r>
          </a:p>
          <a:p>
            <a:r>
              <a:rPr lang="en" altLang="ko-KR" b="1" dirty="0"/>
              <a:t>Keywords</a:t>
            </a:r>
            <a:r>
              <a:rPr lang="en" altLang="ko-KR" dirty="0"/>
              <a:t>: CI/CD, </a:t>
            </a:r>
            <a:r>
              <a:rPr lang="en" altLang="ko-KR" dirty="0" err="1"/>
              <a:t>IaC</a:t>
            </a:r>
            <a:r>
              <a:rPr lang="en" altLang="ko-KR" dirty="0"/>
              <a:t>, Event-driven Security Automation</a:t>
            </a:r>
          </a:p>
          <a:p>
            <a:endParaRPr lang="en" altLang="ko-KR" dirty="0"/>
          </a:p>
        </p:txBody>
      </p:sp>
    </p:spTree>
    <p:extLst>
      <p:ext uri="{BB962C8B-B14F-4D97-AF65-F5344CB8AC3E}">
        <p14:creationId xmlns:p14="http://schemas.microsoft.com/office/powerpoint/2010/main" val="26277921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A25E2A-9460-5D80-346A-CAA056BA4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" altLang="ko-KR" b="1" dirty="0"/>
              <a:t>Problem Definition</a:t>
            </a:r>
            <a:endParaRPr kumimoji="1"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F4C2FB-3A82-EE06-AB0D-0EC73C251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/>
              <a:t>현실 문제</a:t>
            </a:r>
          </a:p>
          <a:p>
            <a:r>
              <a:rPr lang="ko-KR" altLang="en-US" dirty="0"/>
              <a:t>클라우드 환경에서 </a:t>
            </a:r>
            <a:r>
              <a:rPr lang="en" altLang="ko-KR" b="1" dirty="0"/>
              <a:t>Security Group 0.0.0.0/0 SSH </a:t>
            </a:r>
            <a:r>
              <a:rPr lang="ko-KR" altLang="en-US" b="1" dirty="0"/>
              <a:t>오픈</a:t>
            </a:r>
            <a:r>
              <a:rPr lang="ko-KR" altLang="en-US" dirty="0"/>
              <a:t>은</a:t>
            </a:r>
          </a:p>
          <a:p>
            <a:r>
              <a:rPr lang="ko-KR" altLang="en-US" dirty="0"/>
              <a:t>침해사고의 </a:t>
            </a:r>
            <a:r>
              <a:rPr lang="ko-KR" altLang="en-US" b="1" dirty="0"/>
              <a:t>가장 빈번한 초기 침투 벡터</a:t>
            </a:r>
            <a:endParaRPr lang="en-US" altLang="ko-KR" b="1" dirty="0"/>
          </a:p>
          <a:p>
            <a:pPr marL="0" indent="0">
              <a:buNone/>
            </a:pPr>
            <a:endParaRPr lang="ko-KR" altLang="en-US" dirty="0"/>
          </a:p>
          <a:p>
            <a:r>
              <a:rPr lang="ko-KR" altLang="en-US" dirty="0"/>
              <a:t>운영 환경에서</a:t>
            </a:r>
            <a:r>
              <a:rPr lang="en-US" altLang="ko-KR" dirty="0"/>
              <a:t>:</a:t>
            </a:r>
          </a:p>
          <a:p>
            <a:r>
              <a:rPr lang="ko-KR" altLang="en-US" dirty="0"/>
              <a:t>수동 탐지 → 지연</a:t>
            </a:r>
          </a:p>
          <a:p>
            <a:r>
              <a:rPr lang="ko-KR" altLang="en-US" dirty="0"/>
              <a:t>수동 대응 → 휴먼 에러</a:t>
            </a:r>
          </a:p>
          <a:p>
            <a:r>
              <a:rPr lang="ko-KR" altLang="en-US" dirty="0"/>
              <a:t>야간</a:t>
            </a:r>
            <a:r>
              <a:rPr lang="en-US" altLang="ko-KR" dirty="0"/>
              <a:t>/</a:t>
            </a:r>
            <a:r>
              <a:rPr lang="ko-KR" altLang="en-US" dirty="0" err="1"/>
              <a:t>비근무</a:t>
            </a:r>
            <a:r>
              <a:rPr lang="ko-KR" altLang="en-US" dirty="0"/>
              <a:t> 시간 → 대응 공백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615415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30E06F-539F-536A-FAE2-42B96D4692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" altLang="ko-KR" b="1" dirty="0"/>
              <a:t>High-Level Architecture</a:t>
            </a:r>
            <a:endParaRPr kumimoji="1"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3D5DB52-E681-BC2D-AA90-59477D7CB0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kumimoji="1" lang="en" altLang="ko-KR" dirty="0"/>
              <a:t>Developer</a:t>
            </a:r>
          </a:p>
          <a:p>
            <a:r>
              <a:rPr kumimoji="1" lang="en" altLang="ko-KR" dirty="0"/>
              <a:t>   ↓</a:t>
            </a:r>
          </a:p>
          <a:p>
            <a:r>
              <a:rPr kumimoji="1" lang="en" altLang="ko-KR" dirty="0"/>
              <a:t>GitHub Actions (CI/CD)</a:t>
            </a:r>
          </a:p>
          <a:p>
            <a:r>
              <a:rPr kumimoji="1" lang="en" altLang="ko-KR" dirty="0"/>
              <a:t>   ↓</a:t>
            </a:r>
          </a:p>
          <a:p>
            <a:r>
              <a:rPr kumimoji="1" lang="en" altLang="ko-KR" dirty="0"/>
              <a:t>Terraform Apply</a:t>
            </a:r>
          </a:p>
          <a:p>
            <a:r>
              <a:rPr kumimoji="1" lang="en" altLang="ko-KR" dirty="0"/>
              <a:t>   ↓</a:t>
            </a:r>
          </a:p>
          <a:p>
            <a:r>
              <a:rPr kumimoji="1" lang="en" altLang="ko-KR" dirty="0"/>
              <a:t>AWS Resources (EC2 + SG)</a:t>
            </a:r>
          </a:p>
          <a:p>
            <a:r>
              <a:rPr kumimoji="1" lang="en" altLang="ko-KR" dirty="0"/>
              <a:t>   ↓</a:t>
            </a:r>
          </a:p>
          <a:p>
            <a:r>
              <a:rPr kumimoji="1" lang="en" altLang="ko-KR" dirty="0"/>
              <a:t>CloudTrail</a:t>
            </a:r>
          </a:p>
          <a:p>
            <a:r>
              <a:rPr kumimoji="1" lang="en" altLang="ko-KR" dirty="0"/>
              <a:t>   ↓</a:t>
            </a:r>
          </a:p>
          <a:p>
            <a:r>
              <a:rPr kumimoji="1" lang="en" altLang="ko-KR" dirty="0" err="1"/>
              <a:t>EventBridge</a:t>
            </a:r>
            <a:endParaRPr kumimoji="1" lang="en" altLang="ko-KR" dirty="0"/>
          </a:p>
          <a:p>
            <a:r>
              <a:rPr kumimoji="1" lang="en" altLang="ko-KR" dirty="0"/>
              <a:t>   ↓</a:t>
            </a:r>
          </a:p>
          <a:p>
            <a:r>
              <a:rPr kumimoji="1" lang="en" altLang="ko-KR" dirty="0"/>
              <a:t>Lambda</a:t>
            </a:r>
          </a:p>
          <a:p>
            <a:r>
              <a:rPr kumimoji="1" lang="en" altLang="ko-KR" dirty="0"/>
              <a:t>   ↓</a:t>
            </a:r>
          </a:p>
          <a:p>
            <a:r>
              <a:rPr kumimoji="1" lang="en" altLang="ko-KR" dirty="0"/>
              <a:t>Auto Remediation + Discord Alert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812502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C16305-31D5-D80D-ECB9-E20B01B85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kumimoji="1" lang="en-US" altLang="ko-KR" dirty="0"/>
              <a:t>Terraform Apply, CI/CD</a:t>
            </a:r>
            <a:endParaRPr kumimoji="1"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5200C3A-BB81-5E8E-D8D7-7DBA1323AF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613484" cy="592722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kumimoji="1" lang="en-US" altLang="ko-KR" dirty="0"/>
              <a:t>Terraform Code</a:t>
            </a:r>
          </a:p>
          <a:p>
            <a:pPr marL="0" indent="0">
              <a:buNone/>
            </a:pPr>
            <a:endParaRPr kumimoji="1" lang="en-US" altLang="ko-KR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250D81F-530C-CEE2-11A3-0576AD408A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509" y="2508704"/>
            <a:ext cx="3860795" cy="3984171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FB505EC-E5E9-0C07-3BEA-528D857296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3501" y="2508704"/>
            <a:ext cx="3860795" cy="3984171"/>
          </a:xfrm>
          <a:prstGeom prst="rect">
            <a:avLst/>
          </a:prstGeom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727F9E6E-4DC3-5C34-0199-C1BFCD44AC95}"/>
              </a:ext>
            </a:extLst>
          </p:cNvPr>
          <p:cNvSpPr txBox="1">
            <a:spLocks/>
          </p:cNvSpPr>
          <p:nvPr/>
        </p:nvSpPr>
        <p:spPr>
          <a:xfrm>
            <a:off x="4879189" y="1860318"/>
            <a:ext cx="3613484" cy="59272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kumimoji="1" lang="en-US" altLang="ko-KR" dirty="0"/>
              <a:t>2. Approval-based CD</a:t>
            </a:r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35690BD0-F962-1C22-87BC-C93C490E1A0E}"/>
              </a:ext>
            </a:extLst>
          </p:cNvPr>
          <p:cNvSpPr txBox="1">
            <a:spLocks/>
          </p:cNvSpPr>
          <p:nvPr/>
        </p:nvSpPr>
        <p:spPr>
          <a:xfrm>
            <a:off x="8832899" y="1860318"/>
            <a:ext cx="3613484" cy="5927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kumimoji="1" lang="en-US" altLang="ko-KR" dirty="0"/>
              <a:t>3.</a:t>
            </a:r>
            <a:r>
              <a:rPr kumimoji="1" lang="ko-KR" altLang="en-US" dirty="0"/>
              <a:t> </a:t>
            </a:r>
            <a:r>
              <a:rPr kumimoji="1" lang="en-US" altLang="ko-KR" dirty="0"/>
              <a:t>Resource deploy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8DA9486-5897-E589-D0AF-BE0F7EABFD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39463" y="2508703"/>
            <a:ext cx="3136232" cy="3984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55860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9B58B0-A3E8-6E80-FE9C-A87FB1E1D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kumimoji="1" lang="en-US" altLang="ko-KR" dirty="0"/>
              <a:t>AWS Console Resource check</a:t>
            </a:r>
            <a:endParaRPr kumimoji="1" lang="ko-KR" altLang="en-US" dirty="0"/>
          </a:p>
        </p:txBody>
      </p:sp>
      <p:pic>
        <p:nvPicPr>
          <p:cNvPr id="4" name="내용 개체 틀 3">
            <a:extLst>
              <a:ext uri="{FF2B5EF4-FFF2-40B4-BE49-F238E27FC236}">
                <a16:creationId xmlns:a16="http://schemas.microsoft.com/office/drawing/2014/main" id="{4F13FDB6-0C8E-939F-0964-124582A699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4589" y="2093495"/>
            <a:ext cx="5550569" cy="4399379"/>
          </a:xfrm>
          <a:prstGeom prst="rect">
            <a:avLst/>
          </a:prstGeom>
        </p:spPr>
      </p:pic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A16FFB61-D5BC-26FA-9A96-D0318340C7F2}"/>
              </a:ext>
            </a:extLst>
          </p:cNvPr>
          <p:cNvSpPr txBox="1">
            <a:spLocks/>
          </p:cNvSpPr>
          <p:nvPr/>
        </p:nvSpPr>
        <p:spPr>
          <a:xfrm>
            <a:off x="573506" y="1690688"/>
            <a:ext cx="4924926" cy="592722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en-US" altLang="ko-KR" dirty="0"/>
              <a:t>1. SG </a:t>
            </a:r>
            <a:r>
              <a:rPr kumimoji="1" lang="en-US" altLang="ko-KR" dirty="0" err="1"/>
              <a:t>opend</a:t>
            </a:r>
            <a:r>
              <a:rPr kumimoji="1" lang="en-US" altLang="ko-KR" dirty="0"/>
              <a:t> to any public ssh port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6FA2838-417E-0AC2-28E4-0B39CD787B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3969" y="1987048"/>
            <a:ext cx="5883442" cy="4173119"/>
          </a:xfrm>
          <a:prstGeom prst="rect">
            <a:avLst/>
          </a:prstGeom>
        </p:spPr>
      </p:pic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7BF70C97-7EF2-7C69-B5A2-1663167CAAE3}"/>
              </a:ext>
            </a:extLst>
          </p:cNvPr>
          <p:cNvSpPr txBox="1">
            <a:spLocks/>
          </p:cNvSpPr>
          <p:nvPr/>
        </p:nvSpPr>
        <p:spPr>
          <a:xfrm>
            <a:off x="6240379" y="1595731"/>
            <a:ext cx="4924926" cy="5927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en-US" altLang="ko-KR" dirty="0"/>
              <a:t>2. EC2 setting public IP</a:t>
            </a:r>
          </a:p>
        </p:txBody>
      </p:sp>
    </p:spTree>
    <p:extLst>
      <p:ext uri="{BB962C8B-B14F-4D97-AF65-F5344CB8AC3E}">
        <p14:creationId xmlns:p14="http://schemas.microsoft.com/office/powerpoint/2010/main" val="9862314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171</Words>
  <Application>Microsoft Macintosh PowerPoint</Application>
  <PresentationFormat>와이드스크린</PresentationFormat>
  <Paragraphs>37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맑은 고딕</vt:lpstr>
      <vt:lpstr>Arial</vt:lpstr>
      <vt:lpstr>Office 테마</vt:lpstr>
      <vt:lpstr>Cloud Security Auto-Remediation Architecture</vt:lpstr>
      <vt:lpstr>Problem Definition</vt:lpstr>
      <vt:lpstr>High-Level Architecture</vt:lpstr>
      <vt:lpstr>Terraform Apply, CI/CD</vt:lpstr>
      <vt:lpstr>AWS Console Resource check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Seokhyun Yoo</dc:creator>
  <cp:lastModifiedBy>Seokhyun Yoo</cp:lastModifiedBy>
  <cp:revision>1</cp:revision>
  <dcterms:created xsi:type="dcterms:W3CDTF">2026-01-24T10:25:00Z</dcterms:created>
  <dcterms:modified xsi:type="dcterms:W3CDTF">2026-01-24T10:47:36Z</dcterms:modified>
</cp:coreProperties>
</file>